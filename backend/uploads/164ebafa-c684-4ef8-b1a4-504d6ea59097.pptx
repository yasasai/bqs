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Governance &amp; Bid Execution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Architecture Overview</a:t>
            </a:r>
          </a:p>
          <a:p/>
          <a:p>
            <a:r>
              <a:t>1️⃣ Data Source Layer</a:t>
            </a:r>
          </a:p>
          <a:p>
            <a:r>
              <a:t>- Oracle CRM → Primary System of Record</a:t>
            </a:r>
          </a:p>
          <a:p/>
          <a:p>
            <a:r>
              <a:t>2️⃣ Integration &amp; Sync Layer</a:t>
            </a:r>
          </a:p>
          <a:p>
            <a:r>
              <a:t>- Incremental CDC Sync (Timestamp watermark)</a:t>
            </a:r>
          </a:p>
          <a:p>
            <a:r>
              <a:t>- Error handling + retry</a:t>
            </a:r>
          </a:p>
          <a:p>
            <a:r>
              <a:t>- Sync audit logging</a:t>
            </a:r>
          </a:p>
          <a:p/>
          <a:p>
            <a:r>
              <a:t>3️⃣ Data Store (PostgreSQL)</a:t>
            </a:r>
          </a:p>
          <a:p>
            <a:r>
              <a:t>- opportunity, practice, app_user, roles</a:t>
            </a:r>
          </a:p>
          <a:p>
            <a:r>
              <a:t>- scoring engine (versioned)</a:t>
            </a:r>
          </a:p>
          <a:p>
            <a:r>
              <a:t>- assignments &amp; governance</a:t>
            </a:r>
          </a:p>
          <a:p>
            <a:r>
              <a:t>- notifications &amp; documents</a:t>
            </a:r>
          </a:p>
          <a:p/>
          <a:p>
            <a:r>
              <a:t>4️⃣ Backend Services</a:t>
            </a:r>
          </a:p>
          <a:p>
            <a:r>
              <a:t>- API layer for UI</a:t>
            </a:r>
          </a:p>
          <a:p>
            <a:r>
              <a:t>- Role-based access enforcement</a:t>
            </a:r>
          </a:p>
          <a:p>
            <a:r>
              <a:t>- Business rules (Needs Re-score, Governance Checks)</a:t>
            </a:r>
          </a:p>
          <a:p/>
          <a:p>
            <a:r>
              <a:t>5️⃣ Front-End Application</a:t>
            </a:r>
          </a:p>
          <a:p>
            <a:r>
              <a:t>- Management Inbox</a:t>
            </a:r>
          </a:p>
          <a:p>
            <a:r>
              <a:t>- SA Inbox &amp; Scoring Workbench</a:t>
            </a:r>
          </a:p>
          <a:p>
            <a:r>
              <a:t>- Opportunity details</a:t>
            </a:r>
          </a:p>
          <a:p>
            <a:r>
              <a:t>- Documents &amp; Notifications</a:t>
            </a:r>
          </a:p>
          <a:p/>
          <a:p>
            <a:r>
              <a:t>6️⃣ Governance Outcomes</a:t>
            </a:r>
          </a:p>
          <a:p>
            <a:r>
              <a:t>- Screening → Feasibility → Go/No-Go</a:t>
            </a:r>
          </a:p>
          <a:p>
            <a:r>
              <a:t>- Audit trail + traceability</a:t>
            </a:r>
          </a:p>
          <a:p>
            <a:r>
              <a:t>- CRM remains final closure authority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